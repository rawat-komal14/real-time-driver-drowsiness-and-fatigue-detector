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8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2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0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1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4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4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5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6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28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4355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24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7577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48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8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7D7FE-2B2C-42A0-B3B9-CD3D656A38F0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320A459-3727-4CFD-9423-3B93EECE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3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AC01-8E77-2035-BF29-0E5AB48B0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848" y="494675"/>
            <a:ext cx="11739152" cy="184613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Driver Drowsiness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Fatigue Tracking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A44DF-5254-E2EF-157D-B1CC31155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7443" y="4119948"/>
            <a:ext cx="4542019" cy="2243377"/>
          </a:xfrm>
        </p:spPr>
        <p:txBody>
          <a:bodyPr>
            <a:noAutofit/>
          </a:bodyPr>
          <a:lstStyle/>
          <a:p>
            <a:pPr algn="ctr"/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Komal Rawat : 240122004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Rakshita Mehra: 24152513 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Isha Thapliyal: 241602146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FD09D-E9B8-A465-2C64-6E40826CFD67}"/>
              </a:ext>
            </a:extLst>
          </p:cNvPr>
          <p:cNvSpPr txBox="1"/>
          <p:nvPr/>
        </p:nvSpPr>
        <p:spPr>
          <a:xfrm>
            <a:off x="4047344" y="2999548"/>
            <a:ext cx="601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Mr. Abhishek Thapa</a:t>
            </a:r>
          </a:p>
        </p:txBody>
      </p:sp>
    </p:spTree>
    <p:extLst>
      <p:ext uri="{BB962C8B-B14F-4D97-AF65-F5344CB8AC3E}">
        <p14:creationId xmlns:p14="http://schemas.microsoft.com/office/powerpoint/2010/main" val="90310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2996-9B14-50FB-B0B8-08DE8778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211" y="648224"/>
            <a:ext cx="10018713" cy="1371599"/>
          </a:xfrm>
        </p:spPr>
        <p:txBody>
          <a:bodyPr>
            <a:normAutofit/>
          </a:bodyPr>
          <a:lstStyle/>
          <a:p>
            <a:pPr algn="l"/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500B5-958F-9B56-A078-3E24B00A0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139745"/>
            <a:ext cx="10018713" cy="4261056"/>
          </a:xfrm>
        </p:spPr>
        <p:txBody>
          <a:bodyPr>
            <a:norm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Driver Safety: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non-invasive safety system that uses a standard webcam to continuously monitor a driver's facial cues in real time.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Feature Tracking: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measures Eye Aspect Ratio (EAR) and Mouth Aspect Ratio (MAR) to track eye closures, blinks, and yawning.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Machine Learning: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custom-trained ML model (Random Forest / SVM) to classify driver state as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Fatigue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Drowsiness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Safety Alerts: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Immediately triggers loud auditory alarms and flashing screen warnings when continuous drowsiness is detected.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Web Dashboard: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an interactive web interface with live video overlays, real-time signal graphs, and exportable shift safety reports.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073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56DC-CCB8-91A2-B9B2-12B93D03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9100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69EBB-CE09-EEAA-BB64-5593F9B1A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058" y="2083633"/>
            <a:ext cx="8911687" cy="393252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 Road Hazard: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Drowsy driving is a leading cause of major road accidents because fatigue severely delays driver reaction time.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are Reactive: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tools like lane-departure warnings only alert the driver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car drifts out of its lane.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Hardware: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hardware solutions (like steering-wheel sensors or infrared eye trackers) are too expensive for standard vehicles.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 Rates: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software tools use rigid, hardcoded rules that trigger annoying false alarms from natural blinking or normal facial movement.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Intelligent Solution: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Drivers and fleet operators need an affordable, software-based tool that accurately predicts fatigue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accident occurs.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2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5876-1741-B2E1-AC54-256E5AC2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31" y="692913"/>
            <a:ext cx="10018713" cy="1258528"/>
          </a:xfrm>
        </p:spPr>
        <p:txBody>
          <a:bodyPr>
            <a:normAutofit/>
          </a:bodyPr>
          <a:lstStyle/>
          <a:p>
            <a:pPr algn="l"/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93092-C3B6-DDA0-74FE-7035B80D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92593"/>
            <a:ext cx="8915400" cy="377762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Machine Learning safety system that predicts driver fatigue in real time and triggers immediate alerts.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468 face landmarks using a webcam at 30+ frames per second.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Eye Aspect Ratio (EAR) and Mouth Aspect Ratio (MAR) to measure eye-closure and yawning.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ML models (Random Forest, SVM, Logistic Regression).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live graphs, trigger loud alarms, and save safety reports.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4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78DC-B035-4BEB-D4F4-494EC9C1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69081"/>
            <a:ext cx="8911687" cy="1280890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DCC6-81C3-3DF3-E6A4-C75DB4D7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2133600"/>
            <a:ext cx="8915400" cy="3777622"/>
          </a:xfrm>
        </p:spPr>
        <p:txBody>
          <a:bodyPr/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Soukupová &amp; Cech (2016):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EAR formula for easy eye-blink measurement.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UTA-RLDD Dataset (2019):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real video data for driver sleepiness testing.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(2019):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fast 3D face mesh tracking on basic hardware.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6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FDC5-6B82-DCA6-3630-9ED8BF3F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54090"/>
            <a:ext cx="8911687" cy="1280890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51C0-1B87-C06F-4C2C-B681C001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095" y="2043658"/>
            <a:ext cx="9908498" cy="4387121"/>
          </a:xfrm>
        </p:spPr>
        <p:txBody>
          <a:bodyPr>
            <a:no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Feature Extraction &amp; Dataset Engineering: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eye and mouth features from driver videos into a .csv file.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Model Training &amp; Evaluation: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ML models (Random Forest / SVM) and save the best model as a 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specifically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 on the Critical Drowsiness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eliminate false negatives.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Real-Time Inference &amp; Dashboard: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saved model to a live webcam feed for real-time predictions (Alert, Mild, Drowsy).</a:t>
            </a:r>
          </a:p>
        </p:txBody>
      </p:sp>
    </p:spTree>
    <p:extLst>
      <p:ext uri="{BB962C8B-B14F-4D97-AF65-F5344CB8AC3E}">
        <p14:creationId xmlns:p14="http://schemas.microsoft.com/office/powerpoint/2010/main" val="385379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B1C2-4DCE-564B-710E-0C4DA855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169" y="727349"/>
            <a:ext cx="8911687" cy="128089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08AC-75DD-AED3-0F6E-C901D1D6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2199968"/>
            <a:ext cx="8915400" cy="3777622"/>
          </a:xfrm>
        </p:spPr>
        <p:txBody>
          <a:bodyPr>
            <a:norm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Libraries: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NumPy, Pandas, Scikit-Learn,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 (frame processing),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(468 3D landmark mesh).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Vanilla HTML5, CSS3, JavaScript (Flexbox/Grid layout).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Chart.js (real-time EAR/MAR canvas plotting).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Reporting: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(event timestamp logs),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(PDF safety summary generator).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698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454E-C985-6F72-1BCF-C9ABF2AD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63208"/>
            <a:ext cx="8911687" cy="128089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DF7BB1-0DB7-EFCE-C4EB-C699CAF2D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8503" y="1103653"/>
            <a:ext cx="7300211" cy="609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5240-96CE-8911-EE35-938DC096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4613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D314-DA11-174D-6EA6-6E39D4FED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2058649"/>
            <a:ext cx="8915400" cy="3777622"/>
          </a:xfrm>
        </p:spPr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fast, real-time Python app that detects driver fatigue with high accuracy.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visual and audio alarms when a driver falls asleep.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dashboard with graphs and downloadable shift reports.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loud sound alerts and flashing red screen warnings when fatigue is detected.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HTML/CSS/JS interface featuring live video and real-time Chart.js EAR/MAR graphs.</a:t>
            </a:r>
          </a:p>
        </p:txBody>
      </p:sp>
    </p:spTree>
    <p:extLst>
      <p:ext uri="{BB962C8B-B14F-4D97-AF65-F5344CB8AC3E}">
        <p14:creationId xmlns:p14="http://schemas.microsoft.com/office/powerpoint/2010/main" val="213952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03BE-EA11-41B0-9FE4-4933E994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292" y="727349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7DFE-211B-8DE0-7E1B-5BD2903C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292" y="2177846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Distraction Tracking: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Measuring head-tilt and angle to detect when a driver looks away from the road.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Driver Calibration: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adjusting eye openness metrics for different facial structures and eye shapes.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Cloud Notifications: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Sending automated SMS alerts to managers or family during critical fatigue events.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Night Vision: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Adding IR camera support for accurate monitoring during night driving.</a:t>
            </a:r>
          </a:p>
        </p:txBody>
      </p:sp>
    </p:spTree>
    <p:extLst>
      <p:ext uri="{BB962C8B-B14F-4D97-AF65-F5344CB8AC3E}">
        <p14:creationId xmlns:p14="http://schemas.microsoft.com/office/powerpoint/2010/main" val="86831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753F-9902-147B-DACC-4863814C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041" y="727349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26591-7AB9-E5E8-895E-BC6F10367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2118851"/>
            <a:ext cx="9128023" cy="4011799"/>
          </a:xfrm>
        </p:spPr>
        <p:txBody>
          <a:bodyPr>
            <a:normAutofit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Soukupová &amp; Cech (2016)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Eye Blink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Ghoddoosian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(2019)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UTA-RLDD Drowsiness Dataset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Lugaresi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(2019)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Perception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0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667C-E5FA-5436-0EAE-36DBCC91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717" y="2659387"/>
            <a:ext cx="8911687" cy="128089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69074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120</TotalTime>
  <Words>756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Wisp</vt:lpstr>
      <vt:lpstr>Real-Time Driver Drowsiness  &amp; Fatigue Tracking System</vt:lpstr>
      <vt:lpstr>Introduction</vt:lpstr>
      <vt:lpstr>Problem Statement</vt:lpstr>
      <vt:lpstr>Objective</vt:lpstr>
      <vt:lpstr>Literature Review </vt:lpstr>
      <vt:lpstr>Proposed Methodology</vt:lpstr>
      <vt:lpstr>Tools &amp; Technologies</vt:lpstr>
      <vt:lpstr>System Architecture</vt:lpstr>
      <vt:lpstr>Expected Outcomes</vt:lpstr>
      <vt:lpstr>Future Scope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Rawat</dc:creator>
  <cp:lastModifiedBy>ISHA Thapliyal</cp:lastModifiedBy>
  <cp:revision>5</cp:revision>
  <dcterms:created xsi:type="dcterms:W3CDTF">2025-10-12T17:41:19Z</dcterms:created>
  <dcterms:modified xsi:type="dcterms:W3CDTF">2026-09-10T16:37:35Z</dcterms:modified>
</cp:coreProperties>
</file>